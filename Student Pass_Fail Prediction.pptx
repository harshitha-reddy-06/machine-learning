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89" r:id="rId7"/>
    <p:sldId id="290" r:id="rId8"/>
    <p:sldId id="291" r:id="rId9"/>
    <p:sldId id="295" r:id="rId10"/>
    <p:sldId id="292" r:id="rId11"/>
    <p:sldId id="298" r:id="rId12"/>
    <p:sldId id="29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6D867-0586-46E0-9C35-E2931AB50631}" v="56" dt="2026-04-06T18:52:24.09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646" autoAdjust="0"/>
  </p:normalViewPr>
  <p:slideViewPr>
    <p:cSldViewPr snapToGrid="0">
      <p:cViewPr>
        <p:scale>
          <a:sx n="33" d="100"/>
          <a:sy n="33" d="100"/>
        </p:scale>
        <p:origin x="643" y="1334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Reddy" userId="4edbf4c6f99573be" providerId="LiveId" clId="{FDDCBA36-6A5C-4C9B-85A1-D4B8CAE0D3EF}"/>
    <pc:docChg chg="undo custSel addSld delSld modSld addSection delSection modSection">
      <pc:chgData name="Harshitha Reddy" userId="4edbf4c6f99573be" providerId="LiveId" clId="{FDDCBA36-6A5C-4C9B-85A1-D4B8CAE0D3EF}" dt="2026-04-06T18:53:22.078" v="863" actId="20577"/>
      <pc:docMkLst>
        <pc:docMk/>
      </pc:docMkLst>
      <pc:sldChg chg="addSp delSp modSp mod">
        <pc:chgData name="Harshitha Reddy" userId="4edbf4c6f99573be" providerId="LiveId" clId="{FDDCBA36-6A5C-4C9B-85A1-D4B8CAE0D3EF}" dt="2026-04-06T16:32:02.244" v="77" actId="20577"/>
        <pc:sldMkLst>
          <pc:docMk/>
          <pc:sldMk cId="1325608595" sldId="257"/>
        </pc:sldMkLst>
        <pc:spChg chg="mod">
          <ac:chgData name="Harshitha Reddy" userId="4edbf4c6f99573be" providerId="LiveId" clId="{FDDCBA36-6A5C-4C9B-85A1-D4B8CAE0D3EF}" dt="2026-04-06T16:32:02.244" v="77" actId="20577"/>
          <ac:spMkLst>
            <pc:docMk/>
            <pc:sldMk cId="1325608595" sldId="257"/>
            <ac:spMk id="2" creationId="{912DF434-28DB-4621-A497-D62C41CE0419}"/>
          </ac:spMkLst>
        </pc:spChg>
        <pc:spChg chg="add mod">
          <ac:chgData name="Harshitha Reddy" userId="4edbf4c6f99573be" providerId="LiveId" clId="{FDDCBA36-6A5C-4C9B-85A1-D4B8CAE0D3EF}" dt="2026-04-06T16:31:33.584" v="44" actId="1076"/>
          <ac:spMkLst>
            <pc:docMk/>
            <pc:sldMk cId="1325608595" sldId="257"/>
            <ac:spMk id="3" creationId="{C3774632-4342-BA1E-341E-6D20023A1049}"/>
          </ac:spMkLst>
        </pc:spChg>
        <pc:spChg chg="del mod">
          <ac:chgData name="Harshitha Reddy" userId="4edbf4c6f99573be" providerId="LiveId" clId="{FDDCBA36-6A5C-4C9B-85A1-D4B8CAE0D3EF}" dt="2026-04-06T16:28:30.155" v="35"/>
          <ac:spMkLst>
            <pc:docMk/>
            <pc:sldMk cId="1325608595" sldId="257"/>
            <ac:spMk id="5" creationId="{7A7ED53B-B18F-53F2-8705-B0364D03C7F1}"/>
          </ac:spMkLst>
        </pc:spChg>
      </pc:sldChg>
      <pc:sldChg chg="modSp mod">
        <pc:chgData name="Harshitha Reddy" userId="4edbf4c6f99573be" providerId="LiveId" clId="{FDDCBA36-6A5C-4C9B-85A1-D4B8CAE0D3EF}" dt="2026-04-06T16:33:55.661" v="119" actId="207"/>
        <pc:sldMkLst>
          <pc:docMk/>
          <pc:sldMk cId="2529338794" sldId="289"/>
        </pc:sldMkLst>
        <pc:spChg chg="mod">
          <ac:chgData name="Harshitha Reddy" userId="4edbf4c6f99573be" providerId="LiveId" clId="{FDDCBA36-6A5C-4C9B-85A1-D4B8CAE0D3EF}" dt="2026-04-06T16:33:55.661" v="119" actId="207"/>
          <ac:spMkLst>
            <pc:docMk/>
            <pc:sldMk cId="2529338794" sldId="289"/>
            <ac:spMk id="4" creationId="{7BB182FE-26F2-61AA-A475-371FEC0C4FE3}"/>
          </ac:spMkLst>
        </pc:spChg>
        <pc:spChg chg="mod">
          <ac:chgData name="Harshitha Reddy" userId="4edbf4c6f99573be" providerId="LiveId" clId="{FDDCBA36-6A5C-4C9B-85A1-D4B8CAE0D3EF}" dt="2026-04-06T16:32:39.209" v="108" actId="20577"/>
          <ac:spMkLst>
            <pc:docMk/>
            <pc:sldMk cId="2529338794" sldId="289"/>
            <ac:spMk id="5" creationId="{7FF5EE67-DE83-C00F-F31C-58A2B46234DB}"/>
          </ac:spMkLst>
        </pc:spChg>
      </pc:sldChg>
      <pc:sldChg chg="modSp mod">
        <pc:chgData name="Harshitha Reddy" userId="4edbf4c6f99573be" providerId="LiveId" clId="{FDDCBA36-6A5C-4C9B-85A1-D4B8CAE0D3EF}" dt="2026-04-06T16:37:21.859" v="211" actId="1076"/>
        <pc:sldMkLst>
          <pc:docMk/>
          <pc:sldMk cId="1265939620" sldId="290"/>
        </pc:sldMkLst>
        <pc:spChg chg="mod">
          <ac:chgData name="Harshitha Reddy" userId="4edbf4c6f99573be" providerId="LiveId" clId="{FDDCBA36-6A5C-4C9B-85A1-D4B8CAE0D3EF}" dt="2026-04-06T16:34:34.027" v="167" actId="20577"/>
          <ac:spMkLst>
            <pc:docMk/>
            <pc:sldMk cId="1265939620" sldId="290"/>
            <ac:spMk id="6" creationId="{EDF9E134-98AA-3ECE-E40A-180C85ACD7D5}"/>
          </ac:spMkLst>
        </pc:spChg>
        <pc:spChg chg="mod">
          <ac:chgData name="Harshitha Reddy" userId="4edbf4c6f99573be" providerId="LiveId" clId="{FDDCBA36-6A5C-4C9B-85A1-D4B8CAE0D3EF}" dt="2026-04-06T16:37:21.859" v="211" actId="1076"/>
          <ac:spMkLst>
            <pc:docMk/>
            <pc:sldMk cId="1265939620" sldId="290"/>
            <ac:spMk id="7" creationId="{CE9D41F1-0E2B-EB9E-32AC-9ABE1E05EAFF}"/>
          </ac:spMkLst>
        </pc:spChg>
      </pc:sldChg>
      <pc:sldChg chg="modSp mod">
        <pc:chgData name="Harshitha Reddy" userId="4edbf4c6f99573be" providerId="LiveId" clId="{FDDCBA36-6A5C-4C9B-85A1-D4B8CAE0D3EF}" dt="2026-04-06T16:38:39.312" v="247" actId="5793"/>
        <pc:sldMkLst>
          <pc:docMk/>
          <pc:sldMk cId="2652102883" sldId="291"/>
        </pc:sldMkLst>
        <pc:spChg chg="mod">
          <ac:chgData name="Harshitha Reddy" userId="4edbf4c6f99573be" providerId="LiveId" clId="{FDDCBA36-6A5C-4C9B-85A1-D4B8CAE0D3EF}" dt="2026-04-06T16:38:39.312" v="247" actId="5793"/>
          <ac:spMkLst>
            <pc:docMk/>
            <pc:sldMk cId="2652102883" sldId="291"/>
            <ac:spMk id="5" creationId="{A37F1FF9-84E3-2FB2-AB76-4333592241A0}"/>
          </ac:spMkLst>
        </pc:spChg>
        <pc:spChg chg="mod">
          <ac:chgData name="Harshitha Reddy" userId="4edbf4c6f99573be" providerId="LiveId" clId="{FDDCBA36-6A5C-4C9B-85A1-D4B8CAE0D3EF}" dt="2026-04-06T16:37:52.159" v="237" actId="20577"/>
          <ac:spMkLst>
            <pc:docMk/>
            <pc:sldMk cId="2652102883" sldId="291"/>
            <ac:spMk id="6" creationId="{64CFB73D-B7C9-A177-04F3-E48E841A875E}"/>
          </ac:spMkLst>
        </pc:spChg>
      </pc:sldChg>
      <pc:sldChg chg="modSp mod">
        <pc:chgData name="Harshitha Reddy" userId="4edbf4c6f99573be" providerId="LiveId" clId="{FDDCBA36-6A5C-4C9B-85A1-D4B8CAE0D3EF}" dt="2026-04-06T16:44:35.552" v="596" actId="1076"/>
        <pc:sldMkLst>
          <pc:docMk/>
          <pc:sldMk cId="362649583" sldId="292"/>
        </pc:sldMkLst>
        <pc:spChg chg="mod">
          <ac:chgData name="Harshitha Reddy" userId="4edbf4c6f99573be" providerId="LiveId" clId="{FDDCBA36-6A5C-4C9B-85A1-D4B8CAE0D3EF}" dt="2026-04-06T16:43:15.617" v="562" actId="1076"/>
          <ac:spMkLst>
            <pc:docMk/>
            <pc:sldMk cId="362649583" sldId="292"/>
            <ac:spMk id="2" creationId="{E97EF58C-138C-55F4-DA77-4C3F06C81A1C}"/>
          </ac:spMkLst>
        </pc:spChg>
        <pc:spChg chg="mod">
          <ac:chgData name="Harshitha Reddy" userId="4edbf4c6f99573be" providerId="LiveId" clId="{FDDCBA36-6A5C-4C9B-85A1-D4B8CAE0D3EF}" dt="2026-04-06T16:44:35.552" v="596" actId="1076"/>
          <ac:spMkLst>
            <pc:docMk/>
            <pc:sldMk cId="362649583" sldId="292"/>
            <ac:spMk id="6" creationId="{5543CE58-1111-6693-836F-C0755474D7E0}"/>
          </ac:spMkLst>
        </pc:spChg>
      </pc:sldChg>
      <pc:sldChg chg="modSp del mod">
        <pc:chgData name="Harshitha Reddy" userId="4edbf4c6f99573be" providerId="LiveId" clId="{FDDCBA36-6A5C-4C9B-85A1-D4B8CAE0D3EF}" dt="2026-04-06T16:45:11.556" v="597" actId="47"/>
        <pc:sldMkLst>
          <pc:docMk/>
          <pc:sldMk cId="853261029" sldId="294"/>
        </pc:sldMkLst>
        <pc:picChg chg="mod">
          <ac:chgData name="Harshitha Reddy" userId="4edbf4c6f99573be" providerId="LiveId" clId="{FDDCBA36-6A5C-4C9B-85A1-D4B8CAE0D3EF}" dt="2026-04-06T16:39:40.851" v="263" actId="1076"/>
          <ac:picMkLst>
            <pc:docMk/>
            <pc:sldMk cId="853261029" sldId="294"/>
            <ac:picMk id="5" creationId="{077B9F7F-9445-0CBC-F4AD-1509048C4680}"/>
          </ac:picMkLst>
        </pc:picChg>
      </pc:sldChg>
      <pc:sldChg chg="addSp delSp modSp mod">
        <pc:chgData name="Harshitha Reddy" userId="4edbf4c6f99573be" providerId="LiveId" clId="{FDDCBA36-6A5C-4C9B-85A1-D4B8CAE0D3EF}" dt="2026-04-06T16:41:32.363" v="283" actId="1076"/>
        <pc:sldMkLst>
          <pc:docMk/>
          <pc:sldMk cId="907915534" sldId="295"/>
        </pc:sldMkLst>
        <pc:spChg chg="mod">
          <ac:chgData name="Harshitha Reddy" userId="4edbf4c6f99573be" providerId="LiveId" clId="{FDDCBA36-6A5C-4C9B-85A1-D4B8CAE0D3EF}" dt="2026-04-06T16:40:11.017" v="269" actId="14100"/>
          <ac:spMkLst>
            <pc:docMk/>
            <pc:sldMk cId="907915534" sldId="295"/>
            <ac:spMk id="2" creationId="{6FE02FA0-5805-E9D5-E5A1-5B4B485CB096}"/>
          </ac:spMkLst>
        </pc:spChg>
        <pc:spChg chg="del mod">
          <ac:chgData name="Harshitha Reddy" userId="4edbf4c6f99573be" providerId="LiveId" clId="{FDDCBA36-6A5C-4C9B-85A1-D4B8CAE0D3EF}" dt="2026-04-06T16:39:49.458" v="264"/>
          <ac:spMkLst>
            <pc:docMk/>
            <pc:sldMk cId="907915534" sldId="295"/>
            <ac:spMk id="7" creationId="{D92EBE1A-BE50-2D15-D68B-CA3979E89AC0}"/>
          </ac:spMkLst>
        </pc:spChg>
        <pc:picChg chg="add mod">
          <ac:chgData name="Harshitha Reddy" userId="4edbf4c6f99573be" providerId="LiveId" clId="{FDDCBA36-6A5C-4C9B-85A1-D4B8CAE0D3EF}" dt="2026-04-06T16:40:23.217" v="272" actId="1076"/>
          <ac:picMkLst>
            <pc:docMk/>
            <pc:sldMk cId="907915534" sldId="295"/>
            <ac:picMk id="3" creationId="{DE6ED346-F83E-04FA-F613-4308D64EBEF9}"/>
          </ac:picMkLst>
        </pc:picChg>
        <pc:picChg chg="add mod">
          <ac:chgData name="Harshitha Reddy" userId="4edbf4c6f99573be" providerId="LiveId" clId="{FDDCBA36-6A5C-4C9B-85A1-D4B8CAE0D3EF}" dt="2026-04-06T16:41:30.029" v="282" actId="1076"/>
          <ac:picMkLst>
            <pc:docMk/>
            <pc:sldMk cId="907915534" sldId="295"/>
            <ac:picMk id="4" creationId="{B2A740E1-D7DE-7341-D6F4-0650BE474B8A}"/>
          </ac:picMkLst>
        </pc:picChg>
        <pc:picChg chg="add mod">
          <ac:chgData name="Harshitha Reddy" userId="4edbf4c6f99573be" providerId="LiveId" clId="{FDDCBA36-6A5C-4C9B-85A1-D4B8CAE0D3EF}" dt="2026-04-06T16:41:32.363" v="283" actId="1076"/>
          <ac:picMkLst>
            <pc:docMk/>
            <pc:sldMk cId="907915534" sldId="295"/>
            <ac:picMk id="5" creationId="{45E228AD-D388-C831-CE69-313EEFED3F7E}"/>
          </ac:picMkLst>
        </pc:picChg>
      </pc:sldChg>
      <pc:sldChg chg="addSp delSp modSp mod">
        <pc:chgData name="Harshitha Reddy" userId="4edbf4c6f99573be" providerId="LiveId" clId="{FDDCBA36-6A5C-4C9B-85A1-D4B8CAE0D3EF}" dt="2026-04-06T18:53:22.078" v="863" actId="20577"/>
        <pc:sldMkLst>
          <pc:docMk/>
          <pc:sldMk cId="1678163377" sldId="298"/>
        </pc:sldMkLst>
        <pc:spChg chg="mod">
          <ac:chgData name="Harshitha Reddy" userId="4edbf4c6f99573be" providerId="LiveId" clId="{FDDCBA36-6A5C-4C9B-85A1-D4B8CAE0D3EF}" dt="2026-04-06T16:45:30.744" v="627" actId="20577"/>
          <ac:spMkLst>
            <pc:docMk/>
            <pc:sldMk cId="1678163377" sldId="298"/>
            <ac:spMk id="2" creationId="{CB00786E-306F-FA21-4F87-81A032C68696}"/>
          </ac:spMkLst>
        </pc:spChg>
        <pc:spChg chg="add mod">
          <ac:chgData name="Harshitha Reddy" userId="4edbf4c6f99573be" providerId="LiveId" clId="{FDDCBA36-6A5C-4C9B-85A1-D4B8CAE0D3EF}" dt="2026-04-06T18:50:10.510" v="842" actId="767"/>
          <ac:spMkLst>
            <pc:docMk/>
            <pc:sldMk cId="1678163377" sldId="298"/>
            <ac:spMk id="3" creationId="{54CD4B36-DBCF-D500-3E7D-6855196B1028}"/>
          </ac:spMkLst>
        </pc:spChg>
        <pc:spChg chg="add del mod">
          <ac:chgData name="Harshitha Reddy" userId="4edbf4c6f99573be" providerId="LiveId" clId="{FDDCBA36-6A5C-4C9B-85A1-D4B8CAE0D3EF}" dt="2026-04-06T17:11:33.591" v="753"/>
          <ac:spMkLst>
            <pc:docMk/>
            <pc:sldMk cId="1678163377" sldId="298"/>
            <ac:spMk id="3" creationId="{585595A5-6D98-3386-02D0-4CCA091221B5}"/>
          </ac:spMkLst>
        </pc:spChg>
        <pc:spChg chg="add del mod">
          <ac:chgData name="Harshitha Reddy" userId="4edbf4c6f99573be" providerId="LiveId" clId="{FDDCBA36-6A5C-4C9B-85A1-D4B8CAE0D3EF}" dt="2026-04-06T18:50:51.324" v="847" actId="1076"/>
          <ac:spMkLst>
            <pc:docMk/>
            <pc:sldMk cId="1678163377" sldId="298"/>
            <ac:spMk id="4" creationId="{04497393-5C6C-5DA9-463E-327A5BF5C3A5}"/>
          </ac:spMkLst>
        </pc:spChg>
        <pc:spChg chg="add del mod">
          <ac:chgData name="Harshitha Reddy" userId="4edbf4c6f99573be" providerId="LiveId" clId="{FDDCBA36-6A5C-4C9B-85A1-D4B8CAE0D3EF}" dt="2026-04-06T18:52:07.701" v="853"/>
          <ac:spMkLst>
            <pc:docMk/>
            <pc:sldMk cId="1678163377" sldId="298"/>
            <ac:spMk id="5" creationId="{B970F039-FE9E-0981-96EA-D5D134905735}"/>
          </ac:spMkLst>
        </pc:spChg>
        <pc:spChg chg="del mod">
          <ac:chgData name="Harshitha Reddy" userId="4edbf4c6f99573be" providerId="LiveId" clId="{FDDCBA36-6A5C-4C9B-85A1-D4B8CAE0D3EF}" dt="2026-04-06T17:10:07.961" v="748" actId="21"/>
          <ac:spMkLst>
            <pc:docMk/>
            <pc:sldMk cId="1678163377" sldId="298"/>
            <ac:spMk id="6" creationId="{04497393-5C6C-5DA9-463E-327A5BF5C3A5}"/>
          </ac:spMkLst>
        </pc:spChg>
        <pc:spChg chg="add mod">
          <ac:chgData name="Harshitha Reddy" userId="4edbf4c6f99573be" providerId="LiveId" clId="{FDDCBA36-6A5C-4C9B-85A1-D4B8CAE0D3EF}" dt="2026-04-06T18:53:22.078" v="863" actId="20577"/>
          <ac:spMkLst>
            <pc:docMk/>
            <pc:sldMk cId="1678163377" sldId="298"/>
            <ac:spMk id="6" creationId="{1291293E-FCA9-80B5-33EC-A7D860CF37F9}"/>
          </ac:spMkLst>
        </pc:spChg>
      </pc:sldChg>
      <pc:sldChg chg="addSp delSp modSp new del mod">
        <pc:chgData name="Harshitha Reddy" userId="4edbf4c6f99573be" providerId="LiveId" clId="{FDDCBA36-6A5C-4C9B-85A1-D4B8CAE0D3EF}" dt="2026-04-06T16:52:42.796" v="636" actId="27022"/>
        <pc:sldMkLst>
          <pc:docMk/>
          <pc:sldMk cId="3035192795" sldId="299"/>
        </pc:sldMkLst>
        <pc:graphicFrameChg chg="add del modGraphic">
          <ac:chgData name="Harshitha Reddy" userId="4edbf4c6f99573be" providerId="LiveId" clId="{FDDCBA36-6A5C-4C9B-85A1-D4B8CAE0D3EF}" dt="2026-04-06T16:52:42.796" v="636" actId="27022"/>
          <ac:graphicFrameMkLst>
            <pc:docMk/>
            <pc:sldMk cId="3035192795" sldId="299"/>
            <ac:graphicFrameMk id="5" creationId="{8409F189-3A9B-ADAC-997F-3EEDD8AF1C4D}"/>
          </ac:graphicFrameMkLst>
        </pc:graphicFrameChg>
      </pc:sldChg>
      <pc:sldMasterChg chg="delSldLayout">
        <pc:chgData name="Harshitha Reddy" userId="4edbf4c6f99573be" providerId="LiveId" clId="{FDDCBA36-6A5C-4C9B-85A1-D4B8CAE0D3EF}" dt="2026-04-06T16:45:11.556" v="597" actId="47"/>
        <pc:sldMasterMkLst>
          <pc:docMk/>
          <pc:sldMasterMk cId="1788353970" sldId="2147483648"/>
        </pc:sldMasterMkLst>
        <pc:sldLayoutChg chg="del">
          <pc:chgData name="Harshitha Reddy" userId="4edbf4c6f99573be" providerId="LiveId" clId="{FDDCBA36-6A5C-4C9B-85A1-D4B8CAE0D3EF}" dt="2026-04-06T16:45:11.556" v="597" actId="47"/>
          <pc:sldLayoutMkLst>
            <pc:docMk/>
            <pc:sldMasterMk cId="1788353970" sldId="2147483648"/>
            <pc:sldLayoutMk cId="525656170" sldId="214748367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5" r:id="rId7"/>
    <p:sldLayoutId id="2147483677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itha-reddy-06/Machine-learning/blob/main/student_prediction.p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807367"/>
            <a:ext cx="9821349" cy="1255675"/>
          </a:xfrm>
        </p:spPr>
        <p:txBody>
          <a:bodyPr/>
          <a:lstStyle/>
          <a:p>
            <a:r>
              <a:rPr lang="en-US" dirty="0"/>
              <a:t>Student Pass/Fail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C8E46-9813-35A0-289C-6E77E88F7820}"/>
              </a:ext>
            </a:extLst>
          </p:cNvPr>
          <p:cNvSpPr txBox="1"/>
          <p:nvPr/>
        </p:nvSpPr>
        <p:spPr>
          <a:xfrm>
            <a:off x="8909109" y="5452844"/>
            <a:ext cx="2776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P.Harshitha</a:t>
            </a:r>
            <a:r>
              <a:rPr lang="en-IN" dirty="0"/>
              <a:t> Reddy 2403A51181</a:t>
            </a:r>
          </a:p>
          <a:p>
            <a:r>
              <a:rPr lang="en-IN" dirty="0"/>
              <a:t>SR University         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49" y="625643"/>
            <a:ext cx="6191880" cy="1220794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774632-4342-BA1E-341E-6D20023A1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9686" y="2113092"/>
            <a:ext cx="9268828" cy="328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Many students fail due to lack of early identification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Manual tracking is difficult and time-consuming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Need a system to </a:t>
            </a:r>
            <a:r>
              <a:rPr lang="en-US" sz="1800" b="1" dirty="0"/>
              <a:t>predict student performance in advance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Why it is important: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Helps teachers identify weak students early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Enables timely intervention and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Improves overall academic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252" y="471805"/>
            <a:ext cx="9779183" cy="1600835"/>
          </a:xfrm>
        </p:spPr>
        <p:txBody>
          <a:bodyPr/>
          <a:lstStyle/>
          <a:p>
            <a:r>
              <a:rPr lang="en-US" dirty="0"/>
              <a:t>Project Explanation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BB182FE-26F2-61AA-A475-371FEC0C4FE3}"/>
              </a:ext>
            </a:extLst>
          </p:cNvPr>
          <p:cNvSpPr>
            <a:spLocks noGrp="1" noChangeArrowheads="1"/>
          </p:cNvSpPr>
          <p:nvPr>
            <p:ph idx="14"/>
          </p:nvPr>
        </p:nvSpPr>
        <p:spPr bwMode="auto">
          <a:xfrm>
            <a:off x="857531" y="2526276"/>
            <a:ext cx="10476937" cy="4165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machine learning model to predict: 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(1) or Fail (0)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student-related data for prediction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hours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marks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Data Preprocessing → Model Training → Prediction →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IN" dirty="0"/>
              <a:t>Model / Algorithms Used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E9D41F1-0E2B-EB9E-32AC-9ABE1E05EA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7492" y="2283283"/>
            <a:ext cx="7840027" cy="267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models: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classification problems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implement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good accuracy on structured data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990601"/>
            <a:ext cx="9779183" cy="78497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Performance Metrics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7492" y="2132817"/>
            <a:ext cx="6162948" cy="2592365"/>
          </a:xfrm>
        </p:spPr>
        <p:txBody>
          <a:bodyPr>
            <a:normAutofit/>
          </a:bodyPr>
          <a:lstStyle/>
          <a:p>
            <a:pPr marL="2045970" lvl="4" indent="0">
              <a:buNone/>
            </a:pPr>
            <a:endParaRPr lang="en-IN" sz="7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7F1FF9-84E3-2FB2-AB76-433359224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7840" y="1637211"/>
            <a:ext cx="583184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Overall correctness of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Correct positive predictions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Ability to find all positive cases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Balance between precision and recall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Positive, True Negative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Positive, False Negative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95" y="561474"/>
            <a:ext cx="9692640" cy="810126"/>
          </a:xfrm>
        </p:spPr>
        <p:txBody>
          <a:bodyPr/>
          <a:lstStyle/>
          <a:p>
            <a:r>
              <a:rPr lang="en-US" dirty="0"/>
              <a:t>Figures/Plots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E6ED346-F83E-04FA-F613-4308D64EBEF9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197595" y="1789387"/>
            <a:ext cx="3828973" cy="32792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A740E1-D7DE-7341-D6F4-0650BE474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446" y="1789387"/>
            <a:ext cx="3598336" cy="32792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228AD-D388-C831-CE69-313EEFED3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22" y="1789387"/>
            <a:ext cx="3411600" cy="3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251284"/>
            <a:ext cx="10110108" cy="802105"/>
          </a:xfrm>
        </p:spPr>
        <p:txBody>
          <a:bodyPr/>
          <a:lstStyle/>
          <a:p>
            <a:r>
              <a:rPr lang="en-US" dirty="0"/>
              <a:t>Outcome &amp; 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543CE58-1111-6693-836F-C0755474D7E0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958945" y="2245894"/>
            <a:ext cx="8971119" cy="4412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successfully predicts student performance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good accuracy (mention your value)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at-risk students early 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worked: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data preprocessing improved accuracy 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didn’t: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size affects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497393-5C6C-5DA9-463E-327A5BF5C3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8275" y="5187828"/>
            <a:ext cx="10058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  <a:hlinkClick r:id="rId3"/>
              </a:rPr>
              <a:t>https://github.com/harshitha-reddy-06/Machine-learning/blob/main/student_prediction.py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91293E-FCA9-80B5-33EC-A7D860CF3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39" y="2531675"/>
            <a:ext cx="9779183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 larger and real-time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Apply advanced models (Random Forest, Neural Networks)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Build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prediction system </a:t>
            </a:r>
          </a:p>
        </p:txBody>
      </p:sp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536" y="2550695"/>
            <a:ext cx="6220278" cy="1445928"/>
          </a:xfrm>
        </p:spPr>
        <p:txBody>
          <a:bodyPr/>
          <a:lstStyle/>
          <a:p>
            <a:r>
              <a:rPr lang="en-US" dirty="0"/>
              <a:t>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111</TotalTime>
  <Words>271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Tenorite</vt:lpstr>
      <vt:lpstr>Times New Roman</vt:lpstr>
      <vt:lpstr>Custom</vt:lpstr>
      <vt:lpstr>Student Pass/Fail Prediction</vt:lpstr>
      <vt:lpstr>Problem Statement</vt:lpstr>
      <vt:lpstr>Project Explanation</vt:lpstr>
      <vt:lpstr>Model / Algorithms Used</vt:lpstr>
      <vt:lpstr>Performance Metrics</vt:lpstr>
      <vt:lpstr>Figures/Plots</vt:lpstr>
      <vt:lpstr>Outcome &amp; Conclusion</vt:lpstr>
      <vt:lpstr>Future improvements</vt:lpstr>
      <vt:lpstr>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Reddy</dc:creator>
  <cp:lastModifiedBy>Harshitha Reddy</cp:lastModifiedBy>
  <cp:revision>1</cp:revision>
  <dcterms:created xsi:type="dcterms:W3CDTF">2026-04-06T14:47:27Z</dcterms:created>
  <dcterms:modified xsi:type="dcterms:W3CDTF">2026-04-06T18:53:30Z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